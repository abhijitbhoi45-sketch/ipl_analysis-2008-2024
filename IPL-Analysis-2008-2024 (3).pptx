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ter" panose="020B0604020202020204" charset="0"/>
      <p:regular r:id="rId14"/>
    </p:embeddedFont>
    <p:embeddedFont>
      <p:font typeface="Inter Light" panose="020B0604020202020204" charset="0"/>
      <p:regular r:id="rId15"/>
    </p:embeddedFont>
    <p:embeddedFont>
      <p:font typeface="Montserrat Medium" panose="000006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8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58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sportsreport.co.uk/2019/05/07/west-indies-smash-record-for-opening-partnership/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GitHub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mmons.wikimedia.org/wiki/Category:LinkedIn_icons" TargetMode="Externa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1737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IPL Analysis (2008–2024)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282156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project analyzes Indian Premier League data from 2008 through 2024 to surface insights about match outcomes, player contributions, team strategies, and tournament trends. The goal: guide cricket analytics, enhance fan engagement, and inform sports management decisions using Python, SQL, and Power BI.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A7525-02E9-2C9D-E60B-E00D86ED7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4917233" cy="694197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B44783-7C35-1445-256D-EA76CA127BE9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79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Summary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15406"/>
            <a:ext cx="742931" cy="742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1074" y="2615406"/>
            <a:ext cx="16125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Players Data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11074" y="2973090"/>
            <a:ext cx="161256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Batting &amp; bowling styles, positions, images. ~500+ players; some missing images or positions.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3" y="2615406"/>
            <a:ext cx="742931" cy="742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902" y="2615406"/>
            <a:ext cx="16125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Matches Data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79902" y="2973090"/>
            <a:ext cx="161256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Seasons 2008–2024 with venue, toss, winner, margin, player_of_match. ~1,000+ records.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132" y="2615406"/>
            <a:ext cx="742931" cy="742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8731" y="2615406"/>
            <a:ext cx="16125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Teams Data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148731" y="2973090"/>
            <a:ext cx="161256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15 franchises with IDs, logos, and short names.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960" y="2615406"/>
            <a:ext cx="743031" cy="7430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17658" y="2615406"/>
            <a:ext cx="16125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Deliveries Data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917658" y="2973090"/>
            <a:ext cx="1612562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Ball-by-ball granular rows (millions) — too large for full processing here but used for derived features like boundaries and six counts.</a:t>
            </a:r>
            <a:endParaRPr lang="en-US" sz="13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364FCB-7798-DF9B-E916-143EDE632FA3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62038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Exploratory Data Analysis — Key Steps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143548"/>
            <a:ext cx="629686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 inspection: read matches and deliveries with Pandas, explored head(), shape, and info() to understand columns, types, and non-null counts. Missing-value checks (isnull().sum()) found gaps in city, method, player_of_match, winner, result_margin, target_runs/overs; we applied appropriate imputations. Removed duplicate rows (duplicated().sum()) to ensure accurate aggregations. Standardized team names (e.g., Royal Challengers Bangalore → Royal Challengers Bengaluru; Delhi Daredevils → Delhi Capitals) to unify analyses.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0451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Season &amp; Team-Level Insights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969294"/>
            <a:ext cx="3065783" cy="2288679"/>
          </a:xfrm>
          <a:prstGeom prst="roundRect">
            <a:avLst>
              <a:gd name="adj" fmla="val 6504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3119" y="2140942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Season Trends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119" y="2498626"/>
            <a:ext cx="272249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Counted matches per season and visualized season-wise variation — useful to spot structural changes (more teams, more matches in later seasons).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92552" y="1969294"/>
            <a:ext cx="3065783" cy="2288679"/>
          </a:xfrm>
          <a:prstGeom prst="roundRect">
            <a:avLst>
              <a:gd name="adj" fmla="val 6504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4196" y="2140942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Team Performance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4196" y="2498626"/>
            <a:ext cx="272249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Aggregated wins per team (SQL): Mumbai Indians 144, Chennai Super Kings 138, KKR 131, RCB 123, Delhi Capitals 115, Rajasthan Royals 112, Punjab Kings 112, Sunrisers Hyderabad 88, others lower.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423271"/>
            <a:ext cx="6296860" cy="1230213"/>
          </a:xfrm>
          <a:prstGeom prst="roundRect">
            <a:avLst>
              <a:gd name="adj" fmla="val 12100"/>
            </a:avLst>
          </a:prstGeom>
          <a:solidFill>
            <a:srgbClr val="EFF0F6"/>
          </a:solidFill>
          <a:ln w="6350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119" y="4594920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Toss Decisions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3119" y="4952603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Analyzed toss_decision — teams' choice to bat or field after winning toss and its trends over seasons.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257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Players — Runs &amp; Wickets (SQL Results)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352550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Run Scorers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713905"/>
            <a:ext cx="525469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 Kohli 8014; S Dhawan 6769; RG Sharma 6630; DA Warner 6567; SK Raina 5536; MS Dhoni 5243; AB de Villiers 5181; CH Gayle 4997; RV Uthappa 4954; KD Karthik 4843.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29979"/>
            <a:ext cx="5254692" cy="322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1878" y="1352550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Wicket Takers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81878" y="1713905"/>
            <a:ext cx="5254692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YS Chahal 213; DJ Bravo 207; PP Chawla 201; SP Narine 200; R Ashwin 198; B Kumar 195; SL Malinga 188; A Mishra 183; JJ Bumrah 182; RA Jadeja 169.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82" y="2382441"/>
            <a:ext cx="2559284" cy="383897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A9D9A-9DB8-31CB-DBE7-D5B9A0A79118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9439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Advanced Metrics &amp; Feature Engineering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275905"/>
            <a:ext cx="629686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Created derived features to enrich modeling and dashboards: converted date to datetime and extracted Year, Month, Day. Flagged weekend_match (Sat/Sun). Built toss_match_winner boolean comparing toss_winner and winner. Derived win_type (Bat First vs Chase) from result type. From deliveries, calculated total_boundaries per match (count of 4s and 6s) and mapped by match_id to matches.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124CF6-A5C8-4EDF-382C-791888B8C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690" y="1234833"/>
            <a:ext cx="4487832" cy="434487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77D93C-EF3F-6CD4-00B2-F41FFA276C36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56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Findings: Venues, Scores &amp; Player Awards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83098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883098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Venue Usage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3240782"/>
            <a:ext cx="286496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Eden Gardens 77, Wankhede 73, M Chinnaswamy 65, Feroz Shah Kotla 60; many others with 20–49 matches.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883098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3315" y="2883098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Highest Team Innings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973315" y="3240782"/>
            <a:ext cx="286506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Top innings include Sunrisers Hyderabad 287 &amp; 277, KKR 272, RCB 263; many 250+ totals noted across seasons.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883098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5152" y="2883098"/>
            <a:ext cx="286506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Player of the Match Leaders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65152" y="3499247"/>
            <a:ext cx="286506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AB de Villiers 25, CH Gayle 22, RG Sharma 19, V Kohli 18, DA Warner 18, MS Dhoni 17, SR Watson 16, YK Pathan 16, RA Jadeja 16, AD Russell 15.</a:t>
            </a:r>
            <a:endParaRPr lang="en-US" sz="13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959ACC-09C4-73CA-E9D2-4796F7BA0F07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231" y="579194"/>
            <a:ext cx="7400174" cy="1169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 BI Dashboard — Interactive Summary (2008–2024)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8231" y="2038158"/>
            <a:ext cx="11090430" cy="1646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Built an interactive Power BI dashboard showcasing season filters, KPI cards (matches, teams, total sixes/fours, centuries, half-centuries, venues), Orange Cap and Purple Cap analyses, player-level breakdowns for fours/sixes, and a points table. 2024 snapshot: Champion — Kolkata Knight Riders; Runner-up — Sunrisers Hyderabad; Season matches: 71; Teams: 10; Total sixes: 1,261; Total fours: 2,175; Centuries: 14; Half-centuries: 128; Venues used: 13.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B335A-98D2-704D-E470-0511CE97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363" y="3429000"/>
            <a:ext cx="5754165" cy="31729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F48849-24DA-87AD-D2D5-BB3B502A905E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69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Business &amp; Sports Recommendations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14402"/>
            <a:ext cx="5351725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698750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Team Strategy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3056434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Focus on toss decision strategies and adapt match plans based on venue and conditions to maximize wins.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514402"/>
            <a:ext cx="5351725" cy="12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9037" y="2698750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Player Retention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39037" y="3056434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Prioritize retaining consistent performers (examples: M.S. Dhoni, Rohit Sharma, Virat Kohli) to stabilize team outcomes.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5313"/>
            <a:ext cx="5351725" cy="12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2017" y="4119662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Fan Engagement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22017" y="4477345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Promote marquee rivalries (MI vs CSK), highlight close finishes and high-scoring matches in marketing to boost viewership.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3935313"/>
            <a:ext cx="5351725" cy="1255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9037" y="4119662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Performance Analytics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39037" y="4477345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Leverage ball-by-ball data to identify clutch performers and inform selection, match tactics, and training focus.</a:t>
            </a:r>
            <a:endParaRPr lang="en-US" sz="13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9BD97D-F05D-0EE0-A0BA-A97A51163F61}"/>
              </a:ext>
            </a:extLst>
          </p:cNvPr>
          <p:cNvSpPr/>
          <p:nvPr/>
        </p:nvSpPr>
        <p:spPr>
          <a:xfrm>
            <a:off x="10944808" y="6354147"/>
            <a:ext cx="1247192" cy="4945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65138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Conclusion &amp; Tools Used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107281"/>
            <a:ext cx="629686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This analysis covered a full analytics workflow: data preprocessing and feature engineering in Python (Pandas &amp; Jupyter), structured aggregations and rankings in SQL, and visual storytelling in Power BI. Key takeaways: MI and CSK remain dominant historically; toss decisions materially impact outcomes; batting aggression increased after 2015; star players strongly influence match results. These insights can guide franchises, analysts, and fans toward data-driven decisions.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52204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307220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Python / Pandas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1475" y="3374132"/>
            <a:ext cx="629686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Preprocessing, missing-value handling, feature engineering, EDA.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44429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4364434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61475" y="4666357"/>
            <a:ext cx="629686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Aggregations, rankings, venue and player leaderboards (CTEs for batter_runs).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136654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565665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61475" y="5958582"/>
            <a:ext cx="629686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Interactive dashboard with season filters, KPI cards, Orange/Purple Cap, player visuals, and points table.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DC2360-8123-AE93-9965-511BFD778E3C}"/>
              </a:ext>
            </a:extLst>
          </p:cNvPr>
          <p:cNvSpPr txBox="1"/>
          <p:nvPr/>
        </p:nvSpPr>
        <p:spPr>
          <a:xfrm>
            <a:off x="613489" y="428805"/>
            <a:ext cx="6097554" cy="582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250" dirty="0">
                <a:solidFill>
                  <a:srgbClr val="74807D"/>
                </a:solidFill>
                <a:latin typeface="Inter" pitchFamily="34" charset="0"/>
                <a:ea typeface="Inter" pitchFamily="34" charset="-122"/>
              </a:rPr>
              <a:t>Official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F9ED2-53ED-9C3C-1076-9CD1FD195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250409" y="1573482"/>
            <a:ext cx="1143000" cy="1143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1BA342-91E7-182E-4370-48CC3EE9744E}"/>
              </a:ext>
            </a:extLst>
          </p:cNvPr>
          <p:cNvSpPr txBox="1"/>
          <p:nvPr/>
        </p:nvSpPr>
        <p:spPr>
          <a:xfrm>
            <a:off x="286917" y="2774659"/>
            <a:ext cx="60975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https://github.com/abhijitbhoi45-sketch/customer_behavior_analysis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48546-27E4-9E18-1C29-6C0A9E3DB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911981" y="1697277"/>
            <a:ext cx="1019205" cy="10192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34563C-C222-2367-D49B-DBCFD91E1DEF}"/>
              </a:ext>
            </a:extLst>
          </p:cNvPr>
          <p:cNvSpPr txBox="1"/>
          <p:nvPr/>
        </p:nvSpPr>
        <p:spPr>
          <a:xfrm>
            <a:off x="4837817" y="277465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www.linkedin.com/in/</a:t>
            </a:r>
            <a:br>
              <a:rPr lang="en-IN" sz="900" dirty="0"/>
            </a:b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15964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1002</Words>
  <Application>Microsoft Office PowerPoint</Application>
  <PresentationFormat>Widescreen</PresentationFormat>
  <Paragraphs>66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Montserrat Medium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abhijitbhoi45@outlook.com</cp:lastModifiedBy>
  <cp:revision>2</cp:revision>
  <dcterms:created xsi:type="dcterms:W3CDTF">2026-08-28T19:03:53Z</dcterms:created>
  <dcterms:modified xsi:type="dcterms:W3CDTF">2026-08-28T19:18:34Z</dcterms:modified>
</cp:coreProperties>
</file>